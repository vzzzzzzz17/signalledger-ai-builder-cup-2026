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name: SignalLedger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leader name: Zhangwei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member: Chen Jiaoyi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Problem Statement: Social trading lacks durable context, and an author's visible result is often not a follower's realized result.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KOL-first context layer for trading communities.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" y="1737360"/>
            <a:ext cx="3931920" cy="269748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2057400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B1C9EB"/>
                </a:solidFill>
                <a:latin typeface="Google Sans Flex"/>
              </a:rPr>
              <a:t>SIGNALLEDGER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" y="2487168"/>
            <a:ext cx="3063240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Google Sans Flex"/>
              </a:rPr>
              <a:t>Follow the people shaping the market conversation.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493008"/>
            <a:ext cx="306324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C4D1E5"/>
                </a:solidFill>
                <a:latin typeface="Google Sans Flex"/>
              </a:rPr>
              <a:t>Users browse public authors. SignalLedger preserves what was said, adds professional context, and makes follower impact visible.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0916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855464" y="1901952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9204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CLAIM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7375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What did the author actually say?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958584" y="1901952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6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QUALITY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7687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Was evidence and downside context present?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70916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855464" y="3410712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89204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IMPACT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7375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Could a delayed follower reproduce the result?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1228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958584" y="3410712"/>
            <a:ext cx="12344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99516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FAIRNESS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7687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Can an author add context without rewriting history?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large information problem sits between social discovery and responsible action.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57784" y="1792224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DIFFERENT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607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Most trading products optimize for speed, engagement, or prediction. SignalLedger optimizes for durable context around the people influencing decisions.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24612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392424" y="1792224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2900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PROBLEM FIT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1071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Users already follow authors across broker communities, X, newsletters, podcasts, and crypto feeds. The record is fragmented.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8076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227064" y="1792224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6364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4535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The author's visible result is separated from a realistic follower path, with source links and explainable labels.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4389120"/>
            <a:ext cx="8321040" cy="5029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0080" y="4544568"/>
            <a:ext cx="78638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454A6"/>
                </a:solidFill>
                <a:latin typeface="Google Sans Flex"/>
              </a:rPr>
              <a:t>Moat: a longitudinal, cross-source accountability graph — not another generic AI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community workflow with a professional context layer beside it.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11480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8640" y="1737360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5216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9848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KOL-first Discover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072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Auto-loaded author feed with search, market filters, public-source labels.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27832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364992" y="1737360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01568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86200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Context Card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92424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Original wording, asset, direction, horizon, risk disclosure, evidence quality.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44184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181344" y="1737360"/>
            <a:ext cx="384048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17920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02552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08776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Visible narrative versus delayed-entry scenario and maximum pain.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11480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48640" y="3172968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85216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9848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Disclosure habits, promotional pressure, correction behavior, follower gap.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227832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3364992" y="3172968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01568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86200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Source Traceability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92424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Public RSS/article links, delayed market snapshots, cached fallback state.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44184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181344" y="3172968"/>
            <a:ext cx="384048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217920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02552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Fairness Flow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08776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Author additions and corrections saved as new versions.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Process flow diagram /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From an author's public post to a durable context record.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8404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377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77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Follow an author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121408" y="2011680"/>
            <a:ext cx="1389888" cy="129844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3113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3113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Capture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23113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Preserve source + time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53872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3858768" y="2011680"/>
            <a:ext cx="1389888" cy="1298448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6849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6849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Structure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6849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Extract context fields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27608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5596127" y="2011680"/>
            <a:ext cx="1389888" cy="1298448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585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42318"/>
                </a:solidFill>
                <a:latin typeface="Google Sans Flex"/>
              </a:rPr>
              <a:t>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70585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Compare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70585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Model follower path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7013447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733348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44321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4321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Correct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4321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Add context as version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4400" y="4297680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  <a:latin typeface="Google Sans Flex"/>
              </a:rPr>
              <a:t>User question: “Can I understand this author before I act on the post?”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first screen is a community feed, not an empty dashboard.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0" y="1417320"/>
            <a:ext cx="8138160" cy="3337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02920" y="1417320"/>
            <a:ext cx="1280160" cy="3337560"/>
          </a:xfrm>
          <a:prstGeom prst="rect">
            <a:avLst/>
          </a:prstGeom>
          <a:solidFill>
            <a:srgbClr val="FAFBFD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3232" y="1719072"/>
            <a:ext cx="8686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Google Sans Flex"/>
              </a:rPr>
              <a:t>SL
Discover
Signal Detail
Follower Impact
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57400" y="1700784"/>
            <a:ext cx="2834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>
                <a:solidFill>
                  <a:srgbClr val="2454A6"/>
                </a:solidFill>
                <a:latin typeface="Google Sans Flex"/>
              </a:rPr>
              <a:t>AUTHORS WORTH WATCHING TODAY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0" y="21214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148840" y="22494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185416" y="22860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0" y="22311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Barry Ritholtz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41648" y="22311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011680" y="28072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2148840" y="29352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185416" y="29718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743200" y="29169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Ben Carlson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041648" y="29169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0" y="34930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148840" y="3621024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185416" y="36576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HY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43200" y="36027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HypeMax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41648" y="36027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217920" y="1691640"/>
            <a:ext cx="2011680" cy="2578608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73952" y="1938528"/>
            <a:ext cx="1417320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B1C9EB"/>
                </a:solidFill>
                <a:latin typeface="Google Sans Flex"/>
              </a:rPr>
              <a:t>SELECTED AUTHOR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73952" y="2304288"/>
            <a:ext cx="1371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oogle Sans Flex"/>
              </a:rPr>
              <a:t>Context at a glance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73952" y="3017520"/>
            <a:ext cx="13898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4D1E5"/>
                </a:solidFill>
                <a:latin typeface="Google Sans Flex"/>
              </a:rPr>
              <a:t>Risk disclosure
Source link
Follower impact
Add context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0080" y="5074920"/>
            <a:ext cx="80467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Prototype is live at signalledger-ai-builder-cup.web.app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Firebase Hosting serves the app; Cloud Run keeps data and model access behind an API.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94360" y="2084831"/>
            <a:ext cx="1828800" cy="11887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152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54A6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KOL-first web app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926080" y="2084831"/>
            <a:ext cx="1828800" cy="11887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06324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Google Sans Flex"/>
              </a:rPr>
              <a:t>Cloud Run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06324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API + cache
min 0 / max 1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257800" y="2084831"/>
            <a:ext cx="1828800" cy="11887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9496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9A5B00"/>
                </a:solidFill>
                <a:latin typeface="Google Sans Flex"/>
              </a:rPr>
              <a:t>Public sources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Nasdaq · CoinGecko
RSS authors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589520" y="2084831"/>
            <a:ext cx="1828800" cy="11887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2668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B42318"/>
                </a:solidFill>
                <a:latin typeface="Google Sans Flex"/>
              </a:rPr>
              <a:t>Gemini / Vertex AI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72668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Opt-in extraction
not default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48716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481888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15060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1325880" y="3977639"/>
            <a:ext cx="6629400" cy="621792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08760" y="4187952"/>
            <a:ext cx="62636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Versioned context records  →  author graph  →  follower-impact scenarios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14400" y="4983480"/>
            <a:ext cx="7406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Default public deployment disables live model calls to keep the Demo within zero-model-cost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deployed and the production path is intentionally modular.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6928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49808" y="2084831"/>
            <a:ext cx="14630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6384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Frontend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808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HTML · CSS · JavaScript
Firebase Hosting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743200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2926080" y="2084831"/>
            <a:ext cx="14630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962656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API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26080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Node.js · Cloud Run
Public-source cache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919472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102352" y="2084831"/>
            <a:ext cx="14630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38928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AI path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02352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Gemini / Vertex AI
Structured JSON extraction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095744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278624" y="2084831"/>
            <a:ext cx="14630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15200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Data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278624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Nasdaq · CoinGecko
RSS + Firestore roadmap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3977639"/>
            <a:ext cx="8193024" cy="65836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22960" y="4206240"/>
            <a:ext cx="76809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Google Sans Flex"/>
              </a:rPr>
              <a:t>Google Cloud services are used for deployment, API isolation, caching, and the opt-in AI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cost-safe public Demo with a clear switch for live model usage.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4360" y="1783080"/>
            <a:ext cx="114300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67512" y="1920240"/>
            <a:ext cx="99669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Mode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965960" y="1783080"/>
            <a:ext cx="30175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039112" y="1920240"/>
            <a:ext cx="2871215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What runs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57800" y="1783080"/>
            <a:ext cx="173736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330952" y="1920240"/>
            <a:ext cx="159105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Cost posture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23760" y="1783080"/>
            <a:ext cx="14173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296912" y="1920240"/>
            <a:ext cx="127101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Status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94360" y="2267712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67512" y="2368296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Demo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965960" y="2267712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039112" y="2368296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Firebase + Cloud Run min 0
Offline context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257800" y="2267712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330952" y="2368296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Designed for free usage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223760" y="2267712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296912" y="2368296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Google Sans Flex"/>
              </a:rPr>
              <a:t>DEPLOYED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94360" y="2926080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7512" y="3026664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Live AI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965960" y="2926080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039112" y="3026664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Vertex AI Gemini extraction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257800" y="2926080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30952" y="3026664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Usage-based; opt-in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223760" y="2926080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296912" y="3026664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Google Sans Flex"/>
              </a:rPr>
              <a:t>READY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94360" y="3584448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67512" y="3685032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Scale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965960" y="3584448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039112" y="3685032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Firestore + BigQuery
licensed sources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257800" y="3584448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330952" y="3685032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Future budgeted tier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223760" y="3584448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296912" y="3685032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ROADMAP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31520" y="4709160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667085"/>
                </a:solidFill>
                <a:latin typeface="Google Sans Flex"/>
              </a:rPr>
              <a:t>No private data, no paid market-data key, and no live model call in the public default mode.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public URL is working; the key workflow is visible without a live presentation.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6928" y="1719072"/>
            <a:ext cx="2395728" cy="320040"/>
          </a:xfrm>
          <a:prstGeom prst="rect">
            <a:avLst/>
          </a:prstGeom>
          <a:solidFill>
            <a:srgbClr val="2454A6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15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315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315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315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315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KOL-first author feed
public source status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3101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310128" y="1719072"/>
            <a:ext cx="2395728" cy="320040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4747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Signal Detail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4747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4747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4747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747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Original post +
context fields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0533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053328" y="1719072"/>
            <a:ext cx="2395728" cy="320040"/>
          </a:xfrm>
          <a:prstGeom prst="rect">
            <a:avLst/>
          </a:prstGeom>
          <a:solidFill>
            <a:srgbClr val="9A5B00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2179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179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2179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2179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2179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Visible narrative vs
delayed path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1520" y="498348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2454A6"/>
                </a:solidFill>
                <a:latin typeface="Google Sans Flex"/>
              </a:rPr>
              <a:t>Live link: https://signalledger-ai-builder-cup.web.app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Measured on the deployed prototype before submission.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66928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2454A6"/>
                </a:solidFill>
                <a:latin typeface="Google Sans Flex"/>
              </a:rPr>
              <a:t>200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Firebase home response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3200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907792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0F766E"/>
                </a:solidFill>
                <a:latin typeface="Google Sans Flex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2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Public author feed API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19472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084064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9A5B00"/>
                </a:solidFill>
                <a:latin typeface="Google Sans Flex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084064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Market snapshot API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95744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260336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B42318"/>
                </a:solidFill>
                <a:latin typeface="Google Sans Flex"/>
              </a:rP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60336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Author cards after feed load</a:t>
            </a:r>
          </a:p>
        </p:txBody>
      </p:sp>
      <p:sp>
        <p:nvSpPr>
          <p:cNvPr id="157" name="Oval 156"/>
          <p:cNvSpPr/>
          <p:nvPr/>
        </p:nvSpPr>
        <p:spPr>
          <a:xfrm>
            <a:off x="749808" y="3822191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14400" y="3749039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Cloud Run: min 0, max 1, 256 MiB, request-based CPU throttling.</a:t>
            </a:r>
          </a:p>
        </p:txBody>
      </p:sp>
      <p:sp>
        <p:nvSpPr>
          <p:cNvPr id="159" name="Oval 158"/>
          <p:cNvSpPr/>
          <p:nvPr/>
        </p:nvSpPr>
        <p:spPr>
          <a:xfrm>
            <a:off x="749808" y="4261104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4400" y="4187952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Public RSS items keep source URLs; unavailable feeds fall back without breaking the app.</a:t>
            </a:r>
          </a:p>
        </p:txBody>
      </p:sp>
      <p:sp>
        <p:nvSpPr>
          <p:cNvPr id="161" name="Oval 160"/>
          <p:cNvSpPr/>
          <p:nvPr/>
        </p:nvSpPr>
        <p:spPr>
          <a:xfrm>
            <a:off x="749808" y="4700016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4626864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DOM interaction smoke test: filters, search, profile navigation, and signal detail navigation passed.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intentionally narrow; the moat compounds with authorized longitudinal data.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6692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3152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6809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4416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Live Gemini extraction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980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Enable multimodal text + screenshot extraction when a budget is approved.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81888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98348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02005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59612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Licensed platform connectors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0176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Add authorized broker/community integrations instead of scraping restricted platforms.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692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3152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6809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34416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Longitudinal graph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4980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Firestore + BigQuery for author history, corrections, and follower scenarios.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81888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498348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02005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9612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User trust controls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00176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Following lists, source confidence, report flow, and transparent appeals.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Provide links to your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All core links are live, including the subtitled demo video.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40080" y="1691640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68680" y="188366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05256" y="192024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554480" y="1801368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GitHub Public Repository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840480" y="1801368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https://github.com/vzzzzzzz17/signalledger-ai-builder-cup-2026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40080" y="2624328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868680" y="2816352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05256" y="285292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4480" y="2734056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Demo Video Link (3 Minutes)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840480" y="2734056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https://raw.githubusercontent.com/vzzzzzzz17/signalledger-ai-builder-cup-2026/main/SignalLedger-Demo-Video.mp4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40080" y="3557016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868680" y="3749040"/>
            <a:ext cx="438912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05256" y="378561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3666744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Final Product Link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840480" y="3666744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https://signalledger-ai-builder-cup.web.app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484632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SignalLedger does not provide investment advice or price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