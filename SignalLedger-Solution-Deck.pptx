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DE3E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SIGNALLEDGER  /  AI BUILDER CUP 2026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73568" y="0"/>
            <a:ext cx="4224528" cy="6858000"/>
          </a:xfrm>
          <a:prstGeom prst="rect">
            <a:avLst/>
          </a:prstGeom>
          <a:solidFill>
            <a:srgbClr val="172642">
              <a:alpha val="95000"/>
            </a:srgbClr>
          </a:solidFill>
          <a:ln w="12700">
            <a:solidFill>
              <a:srgbClr val="1726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1005840"/>
            <a:ext cx="3474720" cy="0"/>
          </a:xfrm>
          <a:prstGeom prst="line">
            <a:avLst/>
          </a:prstGeom>
          <a:noFill/>
          <a:ln w="10160">
            <a:solidFill>
              <a:srgbClr val="2C426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38160" y="1755648"/>
            <a:ext cx="3474720" cy="0"/>
          </a:xfrm>
          <a:prstGeom prst="line">
            <a:avLst/>
          </a:prstGeom>
          <a:noFill/>
          <a:ln w="10160">
            <a:solidFill>
              <a:srgbClr val="2C426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2505456"/>
            <a:ext cx="3474720" cy="0"/>
          </a:xfrm>
          <a:prstGeom prst="line">
            <a:avLst/>
          </a:prstGeom>
          <a:noFill/>
          <a:ln w="10160">
            <a:solidFill>
              <a:srgbClr val="2C42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0" y="3255264"/>
            <a:ext cx="3474720" cy="0"/>
          </a:xfrm>
          <a:prstGeom prst="line">
            <a:avLst/>
          </a:prstGeom>
          <a:noFill/>
          <a:ln w="10160">
            <a:solidFill>
              <a:srgbClr val="2C426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4005072"/>
            <a:ext cx="3474720" cy="0"/>
          </a:xfrm>
          <a:prstGeom prst="line">
            <a:avLst/>
          </a:prstGeom>
          <a:noFill/>
          <a:ln w="10160">
            <a:solidFill>
              <a:srgbClr val="2C426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38160" y="4754880"/>
            <a:ext cx="3474720" cy="0"/>
          </a:xfrm>
          <a:prstGeom prst="line">
            <a:avLst/>
          </a:prstGeom>
          <a:noFill/>
          <a:ln w="10160">
            <a:solidFill>
              <a:srgbClr val="2C42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658368"/>
            <a:ext cx="548640" cy="411480"/>
          </a:xfrm>
          <a:prstGeom prst="rect">
            <a:avLst/>
          </a:prstGeom>
          <a:solidFill>
            <a:srgbClr val="2454A6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53312" y="7315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SIGNALLEDGER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1965960"/>
            <a:ext cx="6766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professional context layer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social trading.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713232" y="3456432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4D1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follow the people shaping the conversation.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4D1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SignalLedger makes the missing context visible.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13232" y="5074920"/>
            <a:ext cx="2057400" cy="274320"/>
          </a:xfrm>
          <a:prstGeom prst="roundRect">
            <a:avLst>
              <a:gd name="adj" fmla="val 40000"/>
            </a:avLst>
          </a:prstGeom>
          <a:solidFill>
            <a:srgbClr val="213D6E"/>
          </a:solidFill>
          <a:ln w="12700">
            <a:solidFill>
              <a:srgbClr val="213D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5097780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BFSI  /  INTELLIGENT RISK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31520" y="55321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DB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Cloud AI Builder Cup 2026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94192" y="1865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9DB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working prototype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94192" y="237744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KOL-first discovery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public market context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follower impact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94192" y="58338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SignalLedger does not provide investment advice.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245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/ 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feed is fast. Accountability is fragmented.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35331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conversations are public, but the context needed to interpret them is not durable.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3493008" cy="3310128"/>
          </a:xfrm>
          <a:prstGeom prst="roundRect">
            <a:avLst>
              <a:gd name="adj" fmla="val 3315"/>
            </a:avLst>
          </a:prstGeom>
          <a:solidFill>
            <a:srgbClr val="FFFFFF"/>
          </a:solidFill>
          <a:ln w="1016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34256" y="2148840"/>
            <a:ext cx="3493008" cy="3310128"/>
          </a:xfrm>
          <a:prstGeom prst="roundRect">
            <a:avLst>
              <a:gd name="adj" fmla="val 3315"/>
            </a:avLst>
          </a:prstGeom>
          <a:solidFill>
            <a:srgbClr val="FFFFFF"/>
          </a:solidFill>
          <a:ln w="10160">
            <a:solidFill>
              <a:srgbClr val="DDE3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01584" y="2148840"/>
            <a:ext cx="3493008" cy="3310128"/>
          </a:xfrm>
          <a:prstGeom prst="roundRect">
            <a:avLst>
              <a:gd name="adj" fmla="val 3315"/>
            </a:avLst>
          </a:prstGeom>
          <a:solidFill>
            <a:srgbClr val="FFFFFF"/>
          </a:solidFill>
          <a:ln w="10160">
            <a:solidFill>
              <a:srgbClr val="DDE3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2423160"/>
            <a:ext cx="438912" cy="274320"/>
          </a:xfrm>
          <a:prstGeom prst="roundRect">
            <a:avLst>
              <a:gd name="adj" fmla="val 40000"/>
            </a:avLst>
          </a:prstGeom>
          <a:solidFill>
            <a:srgbClr val="FFF0EE"/>
          </a:solidFill>
          <a:ln w="12700">
            <a:solidFill>
              <a:srgbClr val="FFF0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244602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86384" y="29077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Selective memory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86384" y="3456432"/>
            <a:ext cx="2880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Winning screenshots travel. Losing calls disappear, get edited, or are reframed after the move.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53712" y="2423160"/>
            <a:ext cx="438912" cy="274320"/>
          </a:xfrm>
          <a:prstGeom prst="roundRect">
            <a:avLst>
              <a:gd name="adj" fmla="val 40000"/>
            </a:avLst>
          </a:prstGeom>
          <a:solidFill>
            <a:srgbClr val="FFF5D9"/>
          </a:solidFill>
          <a:ln w="12700">
            <a:solidFill>
              <a:srgbClr val="FFF5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244602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B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53712" y="29077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Non-reproducible wins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53712" y="3456432"/>
            <a:ext cx="2880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author may have entered earlier, sized differently, or exited before followers could act.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321040" y="2423160"/>
            <a:ext cx="438912" cy="274320"/>
          </a:xfrm>
          <a:prstGeom prst="roundRect">
            <a:avLst>
              <a:gd name="adj" fmla="val 40000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244602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5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321040" y="29077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context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21040" y="3456432"/>
            <a:ext cx="2880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Risk, invalidation, time horizon, and evidence are often absent from the post itself.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5216" y="580644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has posts. Users have screenshots. Nobody owns the cross-platform memory.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245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/ 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author's result is not the follower's result.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35331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core unit is not a ticker. It is a person, a public claim, and the path that followed.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2120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016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27648" y="2057400"/>
            <a:ext cx="52120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0160">
            <a:solidFill>
              <a:srgbClr val="DDE3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359152"/>
            <a:ext cx="1325880" cy="274320"/>
          </a:xfrm>
          <a:prstGeom prst="roundRect">
            <a:avLst>
              <a:gd name="adj" fmla="val 40000"/>
            </a:avLst>
          </a:prstGeom>
          <a:solidFill>
            <a:srgbClr val="E7F7F2"/>
          </a:solidFill>
          <a:ln w="12700">
            <a:solidFill>
              <a:srgbClr val="E7F7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382012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 VISIBLE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601968" y="2359152"/>
            <a:ext cx="1417320" cy="274320"/>
          </a:xfrm>
          <a:prstGeom prst="roundRect">
            <a:avLst>
              <a:gd name="adj" fmla="val 40000"/>
            </a:avLst>
          </a:prstGeom>
          <a:solidFill>
            <a:srgbClr val="FFF0EE"/>
          </a:solidFill>
          <a:ln w="12700">
            <a:solidFill>
              <a:srgbClr val="FFF0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2382012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FOLLOWER REALITY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14400" y="30175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+7.5%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941832" y="376732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visible move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the public post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01968" y="30175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B423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-4.7%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629400" y="376732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Delayed entry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no downside plan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0" y="3694176"/>
            <a:ext cx="1143000" cy="0"/>
          </a:xfrm>
          <a:prstGeom prst="line">
            <a:avLst/>
          </a:prstGeom>
          <a:noFill/>
          <a:ln w="25400">
            <a:solidFill>
              <a:srgbClr val="2454A6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749040" y="3063240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missing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45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layer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" y="577900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why a simple win-rate leaderboard is not enough.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315200" y="58338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scenario. Follower path is explicitly labeled as a simulation.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245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/ 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Follow the people shaping the conversation.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35331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SignalLedger is KOL-first. Assets are filters; authors are the objects users return to.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267712"/>
            <a:ext cx="24231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016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505456"/>
            <a:ext cx="475488" cy="274320"/>
          </a:xfrm>
          <a:prstGeom prst="roundRect">
            <a:avLst>
              <a:gd name="adj" fmla="val 40000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52831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5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" y="3035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41248" y="3547872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 public authors and scenario authors in one feed.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090672" y="3410712"/>
            <a:ext cx="310896" cy="0"/>
          </a:xfrm>
          <a:prstGeom prst="line">
            <a:avLst/>
          </a:prstGeom>
          <a:noFill/>
          <a:ln w="19050">
            <a:solidFill>
              <a:srgbClr val="DDE3E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29000" y="2267712"/>
            <a:ext cx="24231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0160">
            <a:solidFill>
              <a:srgbClr val="DDE3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30168" y="2505456"/>
            <a:ext cx="475488" cy="274320"/>
          </a:xfrm>
          <a:prstGeom prst="roundRect">
            <a:avLst>
              <a:gd name="adj" fmla="val 40000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252831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5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30168" y="3035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30168" y="3547872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 what was said, what was disclosed, and where the source lives.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879592" y="3410712"/>
            <a:ext cx="310896" cy="0"/>
          </a:xfrm>
          <a:prstGeom prst="line">
            <a:avLst/>
          </a:prstGeom>
          <a:noFill/>
          <a:ln w="19050">
            <a:solidFill>
              <a:srgbClr val="DDE3E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17920" y="2267712"/>
            <a:ext cx="24231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0160">
            <a:solidFill>
              <a:srgbClr val="DD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19088" y="2505456"/>
            <a:ext cx="475488" cy="274320"/>
          </a:xfrm>
          <a:prstGeom prst="roundRect">
            <a:avLst>
              <a:gd name="adj" fmla="val 40000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52831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5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419088" y="3035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19088" y="3547872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the visible narrative with a realistic delayed follower path.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668512" y="3410712"/>
            <a:ext cx="310896" cy="0"/>
          </a:xfrm>
          <a:prstGeom prst="line">
            <a:avLst/>
          </a:prstGeom>
          <a:noFill/>
          <a:ln w="19050">
            <a:solidFill>
              <a:srgbClr val="DDE3E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006840" y="2267712"/>
            <a:ext cx="24231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0160">
            <a:solidFill>
              <a:srgbClr val="DDE3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08008" y="2505456"/>
            <a:ext cx="475488" cy="274320"/>
          </a:xfrm>
          <a:prstGeom prst="roundRect">
            <a:avLst>
              <a:gd name="adj" fmla="val 40000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81160" y="252831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5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208008" y="3035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Fairness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208008" y="3547872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 authors add context as a new version without rewriting history.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4983480"/>
            <a:ext cx="10899648" cy="713232"/>
          </a:xfrm>
          <a:prstGeom prst="roundRect">
            <a:avLst>
              <a:gd name="adj" fmla="val 10256"/>
            </a:avLst>
          </a:prstGeom>
          <a:solidFill>
            <a:srgbClr val="101828"/>
          </a:solidFill>
          <a:ln w="10160">
            <a:solidFill>
              <a:srgbClr val="1018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202936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author's post becomes a durable, explainable context record — not a verdict.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245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/  EXPERIENCE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first screen feels like a community, not a compliance console.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35331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feed loads automatically. Each author card gives users a reason to open the next layer.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21792" y="2039112"/>
            <a:ext cx="7315200" cy="3913632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 w="10160">
            <a:solidFill>
              <a:srgbClr val="DDE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3042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45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96112" y="25968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Authors worth watching today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063240"/>
            <a:ext cx="384048" cy="384048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154680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5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481328" y="307238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Barry Ritholtz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63240" y="3072384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Top? Beware Your Confirmation Bias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73952" y="3099816"/>
            <a:ext cx="1051560" cy="274320"/>
          </a:xfrm>
          <a:prstGeom prst="roundRect">
            <a:avLst>
              <a:gd name="adj" fmla="val 40000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47104" y="3122676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5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source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14400" y="3867912"/>
            <a:ext cx="384048" cy="384048"/>
          </a:xfrm>
          <a:prstGeom prst="ellipse">
            <a:avLst/>
          </a:prstGeom>
          <a:solidFill>
            <a:srgbClr val="E7F7F2"/>
          </a:solidFill>
          <a:ln w="12700">
            <a:solidFill>
              <a:srgbClr val="E7F7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959352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481328" y="387705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 Carlson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63240" y="3877056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Hedging the AI Trade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73952" y="3904488"/>
            <a:ext cx="1051560" cy="274320"/>
          </a:xfrm>
          <a:prstGeom prst="roundRect">
            <a:avLst>
              <a:gd name="adj" fmla="val 40000"/>
            </a:avLst>
          </a:prstGeom>
          <a:solidFill>
            <a:srgbClr val="E7F7F2"/>
          </a:solidFill>
          <a:ln w="12700">
            <a:solidFill>
              <a:srgbClr val="E7F7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47104" y="3927348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source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14400" y="4672584"/>
            <a:ext cx="384048" cy="384048"/>
          </a:xfrm>
          <a:prstGeom prst="ellipse">
            <a:avLst/>
          </a:prstGeom>
          <a:solidFill>
            <a:srgbClr val="FFF5D9"/>
          </a:solidFill>
          <a:ln w="12700">
            <a:solidFill>
              <a:srgbClr val="FFF5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764024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A5B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481328" y="468172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HypeMax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063240" y="468172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TSLA is about to explode this week...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73952" y="4709160"/>
            <a:ext cx="1051560" cy="274320"/>
          </a:xfrm>
          <a:prstGeom prst="roundRect">
            <a:avLst>
              <a:gd name="adj" fmla="val 40000"/>
            </a:avLst>
          </a:prstGeom>
          <a:solidFill>
            <a:srgbClr val="FFF5D9"/>
          </a:solidFill>
          <a:ln w="12700">
            <a:solidFill>
              <a:srgbClr val="FFF5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47104" y="4732020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B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author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229600" y="2039112"/>
            <a:ext cx="3310128" cy="3913632"/>
          </a:xfrm>
          <a:prstGeom prst="roundRect">
            <a:avLst>
              <a:gd name="adj" fmla="val 3315"/>
            </a:avLst>
          </a:prstGeom>
          <a:solidFill>
            <a:srgbClr val="FFFFFF"/>
          </a:solidFill>
          <a:ln w="10160">
            <a:solidFill>
              <a:srgbClr val="DDE3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0" y="23317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245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AUTHOR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503920" y="27249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Barry Ritholtz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503920" y="30906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Big Picture · public market commentary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503920" y="37490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45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070848" y="376732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source-linked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posts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503920" y="4800600"/>
            <a:ext cx="1783080" cy="274320"/>
          </a:xfrm>
          <a:prstGeom prst="roundRect">
            <a:avLst>
              <a:gd name="adj" fmla="val 40000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77072" y="4823460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5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ORIGINAL SOURCE ↗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245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/  CONTEXT CARD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Turn a hot take into structured context.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35331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 preserves the original post and adds explainable fields next to it.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039112"/>
            <a:ext cx="489204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016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359152"/>
            <a:ext cx="1143000" cy="274320"/>
          </a:xfrm>
          <a:prstGeom prst="roundRect">
            <a:avLst>
              <a:gd name="adj" fmla="val 40000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382012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5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POST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TSLA is about to explode this week.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money is loading. Do not miss this move.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409651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HypeMax  ·  X-style public post  ·  Oct 1, 2026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4709160"/>
            <a:ext cx="1298448" cy="274320"/>
          </a:xfrm>
          <a:prstGeom prst="roundRect">
            <a:avLst>
              <a:gd name="adj" fmla="val 40000"/>
            </a:avLst>
          </a:prstGeom>
          <a:solidFill>
            <a:srgbClr val="E7F7F2"/>
          </a:solidFill>
          <a:ln w="12700">
            <a:solidFill>
              <a:srgbClr val="E7F7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473202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PRESERVED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989320" y="2039112"/>
            <a:ext cx="5532120" cy="3611880"/>
          </a:xfrm>
          <a:prstGeom prst="roundRect">
            <a:avLst>
              <a:gd name="adj" fmla="val 3038"/>
            </a:avLst>
          </a:prstGeom>
          <a:solidFill>
            <a:srgbClr val="101828"/>
          </a:solidFill>
          <a:ln w="10160">
            <a:solidFill>
              <a:srgbClr val="101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3591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 CONTEXT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09360" y="274320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0" y="274320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TSLA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09360" y="313639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0" y="31363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Bullish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09360" y="352958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disclosure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0" y="35295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100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09360" y="392277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Promotional pressure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0" y="392277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92 / 100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09360" y="431596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0" y="431596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Vague smart-money claim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09360" y="47091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/ invalidation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0" y="470916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 stated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09360" y="53400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context card describes the content. It does not predict the asset.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245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 /  FOLLOWER IMPACT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Make the execution gap visible.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35331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post can look like a win to the author and a loss to the follower.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649224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0160">
            <a:solidFill>
              <a:srgbClr val="DDE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591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245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BTC PATH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29077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57400" y="2935224"/>
            <a:ext cx="4160520" cy="18288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0" y="2935224"/>
            <a:ext cx="109728" cy="182880"/>
          </a:xfrm>
          <a:prstGeom prst="rect">
            <a:avLst/>
          </a:prstGeom>
          <a:solidFill>
            <a:srgbClr val="2454A6"/>
          </a:solidFill>
          <a:ln w="12700">
            <a:solidFill>
              <a:srgbClr val="2454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2512" y="288950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45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4747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visible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57400" y="3502152"/>
            <a:ext cx="4160520" cy="18288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0" y="3502152"/>
            <a:ext cx="1657350" cy="182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34564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+7.5%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40416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Follower entry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57400" y="4069080"/>
            <a:ext cx="4160520" cy="18288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76194" y="4069080"/>
            <a:ext cx="1038606" cy="182880"/>
          </a:xfrm>
          <a:prstGeom prst="rect">
            <a:avLst/>
          </a:prstGeom>
          <a:solidFill>
            <a:srgbClr val="9A5B00"/>
          </a:solidFill>
          <a:ln w="12700">
            <a:solidFill>
              <a:srgbClr val="9A5B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2512" y="402336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9A5B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-4.7%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460857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pain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057400" y="4636008"/>
            <a:ext cx="4160520" cy="18288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28216" y="4636008"/>
            <a:ext cx="2386584" cy="18288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45902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-10.8%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479792" y="2057400"/>
            <a:ext cx="4041648" cy="3566160"/>
          </a:xfrm>
          <a:prstGeom prst="roundRect">
            <a:avLst>
              <a:gd name="adj" fmla="val 3077"/>
            </a:avLst>
          </a:prstGeom>
          <a:solidFill>
            <a:srgbClr val="101828"/>
          </a:solidFill>
          <a:ln w="10160">
            <a:solidFill>
              <a:srgbClr val="1018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90688" y="237744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FOLLOWER SLIPPAGE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90688" y="2926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12.2 pp</a:t>
            </a:r>
            <a:endParaRPr lang="en-US" sz="3100" dirty="0"/>
          </a:p>
        </p:txBody>
      </p:sp>
      <p:sp>
        <p:nvSpPr>
          <p:cNvPr id="26" name="Text 24"/>
          <p:cNvSpPr/>
          <p:nvPr/>
        </p:nvSpPr>
        <p:spPr>
          <a:xfrm>
            <a:off x="7818120" y="3657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4D1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between the best visible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4D1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and delayed entry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790688" y="4782312"/>
            <a:ext cx="1444752" cy="274320"/>
          </a:xfrm>
          <a:prstGeom prst="roundRect">
            <a:avLst>
              <a:gd name="adj" fmla="val 40000"/>
            </a:avLst>
          </a:prstGeom>
          <a:solidFill>
            <a:srgbClr val="213D6E"/>
          </a:solidFill>
          <a:ln w="12700">
            <a:solidFill>
              <a:srgbClr val="213D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0" y="480517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SCENARIO, NOT ADVICE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245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 /  GOOGLE CLOUD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small, explainable Google Cloud architecture.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35331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public prototype is stable in zero-model-cost mode; Gemini is an explicit, gated capability.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788920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EAF1FF"/>
          </a:solidFill>
          <a:ln w="10160">
            <a:solidFill>
              <a:srgbClr val="EAF1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3008376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5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Firebase Hosting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3410712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Responsive KOL-first web app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703320" y="2788920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E7F7F2"/>
          </a:solidFill>
          <a:ln w="10160">
            <a:solidFill>
              <a:srgbClr val="E7F7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67912" y="3008376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Run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67912" y="3410712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+ public data API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 0 / max 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675120" y="2788920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FFF5D9"/>
          </a:solidFill>
          <a:ln w="10160">
            <a:solidFill>
              <a:srgbClr val="FFF5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39712" y="3008376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9A5B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 / Vertex AI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39712" y="3410712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Opt-in extraction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ENABLE_LIVE_AI=true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646920" y="2788920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11512" y="3008376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sources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811512" y="3410712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Nasdaq · CoinGecko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RSS feeds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24912" y="3401568"/>
            <a:ext cx="731520" cy="0"/>
          </a:xfrm>
          <a:prstGeom prst="line">
            <a:avLst/>
          </a:prstGeom>
          <a:noFill/>
          <a:ln w="19050">
            <a:solidFill>
              <a:srgbClr val="DDE3E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696712" y="3401568"/>
            <a:ext cx="731520" cy="0"/>
          </a:xfrm>
          <a:prstGeom prst="line">
            <a:avLst/>
          </a:prstGeom>
          <a:noFill/>
          <a:ln w="19050">
            <a:solidFill>
              <a:srgbClr val="DDE3E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668512" y="3401568"/>
            <a:ext cx="731520" cy="0"/>
          </a:xfrm>
          <a:prstGeom prst="line">
            <a:avLst/>
          </a:prstGeom>
          <a:noFill/>
          <a:ln w="19050">
            <a:solidFill>
              <a:srgbClr val="DDE3E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14400" y="4892040"/>
            <a:ext cx="102412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DE3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5111496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 context records  →  author history  →  follower-impact scenarios  →  fair corrections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58338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employer-private data. No live platform scraping. Public-source links remain visible.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245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 /  DEFENSIBILITY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moat is the longitudinal graph, not the model.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35331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source-linked claim adds memory that a single platform cannot see across communities.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2084832"/>
            <a:ext cx="5193792" cy="3529584"/>
          </a:xfrm>
          <a:prstGeom prst="roundRect">
            <a:avLst>
              <a:gd name="adj" fmla="val 3109"/>
            </a:avLst>
          </a:prstGeom>
          <a:solidFill>
            <a:srgbClr val="101828"/>
          </a:solidFill>
          <a:ln w="10160">
            <a:solidFill>
              <a:srgbClr val="101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3957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ACCOUNTABILITY GRAPH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15568" y="3090672"/>
            <a:ext cx="804672" cy="420624"/>
          </a:xfrm>
          <a:prstGeom prst="ellipse">
            <a:avLst/>
          </a:prstGeom>
          <a:solidFill>
            <a:srgbClr val="2454A6"/>
          </a:solidFill>
          <a:ln w="12700">
            <a:solidFill>
              <a:srgbClr val="2454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3200400"/>
            <a:ext cx="804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27248" y="2743200"/>
            <a:ext cx="804672" cy="42062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27248" y="2852928"/>
            <a:ext cx="804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70832" y="3877056"/>
            <a:ext cx="804672" cy="420624"/>
          </a:xfrm>
          <a:prstGeom prst="ellipse">
            <a:avLst/>
          </a:prstGeom>
          <a:solidFill>
            <a:srgbClr val="9A5B00"/>
          </a:solidFill>
          <a:ln w="12700">
            <a:solidFill>
              <a:srgbClr val="9A5B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70832" y="3986784"/>
            <a:ext cx="804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68880" y="4645152"/>
            <a:ext cx="804672" cy="420624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4754880"/>
            <a:ext cx="804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20240" y="3273552"/>
            <a:ext cx="1170432" cy="-182880"/>
          </a:xfrm>
          <a:prstGeom prst="line">
            <a:avLst/>
          </a:prstGeom>
          <a:noFill/>
          <a:ln w="15240">
            <a:solidFill>
              <a:srgbClr val="7890B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886200" y="3127248"/>
            <a:ext cx="502920" cy="749808"/>
          </a:xfrm>
          <a:prstGeom prst="line">
            <a:avLst/>
          </a:prstGeom>
          <a:noFill/>
          <a:ln w="15240">
            <a:solidFill>
              <a:srgbClr val="7890B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517136" y="4297680"/>
            <a:ext cx="-1234440" cy="502920"/>
          </a:xfrm>
          <a:prstGeom prst="line">
            <a:avLst/>
          </a:prstGeom>
          <a:noFill/>
          <a:ln w="15240">
            <a:solidFill>
              <a:srgbClr val="7890B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880360" y="4645152"/>
            <a:ext cx="-1097280" cy="-1115568"/>
          </a:xfrm>
          <a:prstGeom prst="line">
            <a:avLst/>
          </a:prstGeom>
          <a:noFill/>
          <a:ln w="15240">
            <a:solidFill>
              <a:srgbClr val="7890B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400800" y="2514600"/>
            <a:ext cx="73152" cy="73152"/>
          </a:xfrm>
          <a:prstGeom prst="ellipse">
            <a:avLst/>
          </a:prstGeom>
          <a:solidFill>
            <a:srgbClr val="2454A6"/>
          </a:solidFill>
          <a:ln w="12700">
            <a:solidFill>
              <a:srgbClr val="2454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5392" y="2395728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Cross-source author history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0" y="3200400"/>
            <a:ext cx="73152" cy="73152"/>
          </a:xfrm>
          <a:prstGeom prst="ellipse">
            <a:avLst/>
          </a:prstGeom>
          <a:solidFill>
            <a:srgbClr val="2454A6"/>
          </a:solidFill>
          <a:ln w="12700">
            <a:solidFill>
              <a:srgbClr val="2454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65392" y="3081528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Normalized claims and outcomes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0" y="3886200"/>
            <a:ext cx="73152" cy="73152"/>
          </a:xfrm>
          <a:prstGeom prst="ellipse">
            <a:avLst/>
          </a:prstGeom>
          <a:solidFill>
            <a:srgbClr val="2454A6"/>
          </a:solidFill>
          <a:ln w="12700">
            <a:solidFill>
              <a:srgbClr val="2454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65392" y="3767328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Reproducible follower scenarios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0" y="4572000"/>
            <a:ext cx="73152" cy="73152"/>
          </a:xfrm>
          <a:prstGeom prst="ellipse">
            <a:avLst/>
          </a:prstGeom>
          <a:solidFill>
            <a:srgbClr val="2454A6"/>
          </a:solidFill>
          <a:ln w="12700">
            <a:solidFill>
              <a:srgbClr val="2454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65392" y="4453128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 additions without rewriting history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0" y="544068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Content-quality labels are explainable signals, not legal accusations or investment advice.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245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 /  SUBMISSION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working prototype for a missing layer of trust.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35331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SignalLedger gives market conversations a memory without taking the conversation away.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5120640" cy="2651760"/>
          </a:xfrm>
          <a:prstGeom prst="roundRect">
            <a:avLst>
              <a:gd name="adj" fmla="val 4138"/>
            </a:avLst>
          </a:prstGeom>
          <a:solidFill>
            <a:srgbClr val="101828"/>
          </a:solidFill>
          <a:ln w="10160">
            <a:solidFill>
              <a:srgbClr val="101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57860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SignalLedger does not tell users what to trade.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87552" y="345643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4D1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helps them understand what they are looking at.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87552" y="4224528"/>
            <a:ext cx="2057400" cy="274320"/>
          </a:xfrm>
          <a:prstGeom prst="roundRect">
            <a:avLst>
              <a:gd name="adj" fmla="val 40000"/>
            </a:avLst>
          </a:prstGeom>
          <a:solidFill>
            <a:srgbClr val="213D6E"/>
          </a:solidFill>
          <a:ln w="12700">
            <a:solidFill>
              <a:srgbClr val="213D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4247388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BFSI  /  INTELLIGENT RISK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00800" y="23317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245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prototype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2724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signalledger-ai-builder-cup.web.app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00800" y="3383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245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repository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0" y="376732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github.com/vzzzzzzz17/signalledger-ai-builder-cup-2026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4773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data is synthetic or public-source linked. Market quotes are delayed public snapshots.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SignalLedger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SignalLedger | The professional context layer for social trading</dc:title>
  <dc:subject>Google Cloud AI Builder Cup 2026</dc:subject>
  <dc:creator>SignalLedger</dc:creator>
  <cp:lastModifiedBy>SignalLedger</cp:lastModifiedBy>
  <cp:revision>1</cp:revision>
  <dcterms:created xsi:type="dcterms:W3CDTF">2026-10-18T09:30:29Z</dcterms:created>
  <dcterms:modified xsi:type="dcterms:W3CDTF">2026-10-18T09:30:29Z</dcterms:modified>
</cp:coreProperties>
</file>